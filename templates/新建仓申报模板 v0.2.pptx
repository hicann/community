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2" r:id="rId6"/>
    <p:sldId id="260" r:id="rId7"/>
    <p:sldId id="263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6401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社区新建仓申请模板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791" y="2313830"/>
            <a:ext cx="22930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目录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29"/>
            <a:ext cx="4483260" cy="2351755"/>
            <a:chOff x="7422109" y="3690364"/>
            <a:chExt cx="972161" cy="1176369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1 XXX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仓介绍</a:t>
              </a:r>
              <a:endPara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Part 2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竞争力描述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572854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3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三方件依赖情况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、仓介绍（做什么）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、仓的定位（在</a:t>
            </a:r>
            <a:r>
              <a:rPr lang="en-US" altLang="zh-CN" dirty="0"/>
              <a:t>CANN</a:t>
            </a:r>
            <a:r>
              <a:rPr lang="zh-CN" altLang="en-US" dirty="0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架构中，要解决的问题，发挥的作用）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、代码仓结构图（模块划分、作用等）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、代码仓的</a:t>
            </a:r>
            <a:r>
              <a:rPr lang="en-US" altLang="zh-CN" dirty="0"/>
              <a:t>maintainer/committer</a:t>
            </a:r>
            <a:r>
              <a:rPr lang="zh-CN" altLang="en-US" dirty="0"/>
              <a:t>人员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、对外接口</a:t>
            </a:r>
            <a:endParaRPr lang="zh-CN" altLang="en-US" dirty="0"/>
          </a:p>
          <a:p>
            <a:r>
              <a:rPr lang="en-US" altLang="zh-CN" dirty="0"/>
              <a:t>6</a:t>
            </a:r>
            <a:r>
              <a:rPr lang="zh-CN" altLang="en-US" dirty="0">
                <a:sym typeface="+mn-ea"/>
              </a:rPr>
              <a:t>、代码仓的编译打包方式，软件包是否跟随</a:t>
            </a:r>
            <a:r>
              <a:rPr lang="en-US" altLang="zh-CN" dirty="0">
                <a:sym typeface="+mn-ea"/>
              </a:rPr>
              <a:t>CANN</a:t>
            </a:r>
            <a:r>
              <a:rPr lang="zh-CN" altLang="en-US" dirty="0">
                <a:sym typeface="+mn-ea"/>
              </a:rPr>
              <a:t>软件版本发布</a:t>
            </a:r>
            <a:endParaRPr lang="zh-CN" altLang="en-US" dirty="0"/>
          </a:p>
          <a:p>
            <a:r>
              <a:rPr lang="en-US" altLang="zh-CN" dirty="0"/>
              <a:t>7</a:t>
            </a:r>
            <a:r>
              <a:rPr lang="zh-CN" altLang="en-US" dirty="0"/>
              <a:t>、开源</a:t>
            </a:r>
            <a:r>
              <a:rPr lang="en-US" altLang="zh-CN" dirty="0"/>
              <a:t>license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897890" y="3516630"/>
            <a:ext cx="102857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备注：新建仓命名规范请参考</a:t>
            </a:r>
            <a:r>
              <a:rPr lang="en-US" altLang="zh-CN" sz="1400"/>
              <a:t>https://gitcode.com/cann/community/blob/master/contributor/repository-naming-conventions.md</a:t>
            </a:r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竞争力描述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主要竞争力点介绍（功能、性能、生态兼容、易用性等方面）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洞察对标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1191986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三方件依赖引入（不涉及跳过）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29615" y="1372808"/>
          <a:ext cx="11378019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196"/>
                <a:gridCol w="1595618"/>
                <a:gridCol w="1918724"/>
                <a:gridCol w="2017717"/>
                <a:gridCol w="1201097"/>
                <a:gridCol w="1201097"/>
                <a:gridCol w="1355156"/>
                <a:gridCol w="1241414"/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  <a:endParaRPr lang="zh-CN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Vision: Building an Open, Easy-to-Use, and Technology-leading AI Computing Ecosystem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WPS 演示</Application>
  <PresentationFormat>宽屏</PresentationFormat>
  <Paragraphs>80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等线 Light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Sandy</cp:lastModifiedBy>
  <cp:revision>17</cp:revision>
  <dcterms:created xsi:type="dcterms:W3CDTF">2026-02-27T07:20:00Z</dcterms:created>
  <dcterms:modified xsi:type="dcterms:W3CDTF">2026-09-18T06:15:29Z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5C8A265AE5624B5EB303968F745B106D_13</vt:lpwstr>
  </property>
  <property fmtid="{D5CDD505-2E9C-101B-9397-08002B2CF9AE}" pid="3" name="KSOProductBuildVer">
    <vt:lpwstr>2052-12.1.0.25225</vt:lpwstr>
  </property>
</Properties>
</file>