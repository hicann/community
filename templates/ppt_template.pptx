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1677692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AFC-7326-4899-9BEC-7E31906EAAB6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170D-50DB-4052-9D2B-D15E249EA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20201" y="6130454"/>
            <a:ext cx="1745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38D0F8-B5D4-1CA8-97D3-9FEACBDF53FA}"/>
              </a:ext>
            </a:extLst>
          </p:cNvPr>
          <p:cNvSpPr txBox="1"/>
          <p:nvPr/>
        </p:nvSpPr>
        <p:spPr>
          <a:xfrm>
            <a:off x="1089947" y="1399429"/>
            <a:ext cx="58560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开源社区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34A04A8-14A4-C9FE-3EE8-8B8B6E6FE0BD}"/>
              </a:ext>
            </a:extLst>
          </p:cNvPr>
          <p:cNvSpPr txBox="1"/>
          <p:nvPr/>
        </p:nvSpPr>
        <p:spPr>
          <a:xfrm>
            <a:off x="1176792" y="2313830"/>
            <a:ext cx="595035" cy="7875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47073" y="2601035"/>
            <a:ext cx="3380868" cy="83574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5157696" y="1818830"/>
            <a:ext cx="4483260" cy="2769071"/>
            <a:chOff x="7422109" y="3690364"/>
            <a:chExt cx="972161" cy="1385114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1 XXXX</a:t>
              </a:r>
              <a:endParaRPr lang="zh-CN" altLang="en-US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265654"/>
              <a:ext cx="972161" cy="29602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2 XXXX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7422109" y="4781599"/>
              <a:ext cx="972161" cy="29387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r>
                <a:rPr lang="en-US" altLang="zh-CN" sz="2400" kern="0" dirty="0">
                  <a:solidFill>
                    <a:srgbClr val="FFFFFF">
                      <a:lumMod val="7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Part 3 XXXX</a:t>
              </a:r>
              <a:endParaRPr lang="zh-CN" altLang="en-US" sz="2400" kern="0" dirty="0">
                <a:solidFill>
                  <a:srgbClr val="FFFFF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956272" y="189039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745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745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109916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28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标题模板</a:t>
            </a:r>
            <a:r>
              <a:rPr lang="en-US" altLang="zh-CN" sz="2800" b="1" dirty="0">
                <a:solidFill>
                  <a:prstClr val="black"/>
                </a:solidFill>
                <a:latin typeface="微软雅黑" panose="020B0503020204020204" pitchFamily="34" charset="-122"/>
              </a:rPr>
              <a:t>XXXXX</a:t>
            </a:r>
            <a:endParaRPr lang="zh-CN" altLang="en-US" sz="2400" b="1" dirty="0">
              <a:solidFill>
                <a:prstClr val="black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644" y="1208599"/>
            <a:ext cx="37973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 you.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155102" y="5538463"/>
            <a:ext cx="14670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社区获取干货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715412" y="5538463"/>
            <a:ext cx="17235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公众号获取资讯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0201" y="6130454"/>
            <a:ext cx="1745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559" y="3898269"/>
            <a:ext cx="1686679" cy="16866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55420" y="1208625"/>
            <a:ext cx="4699220" cy="226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defTabSz="914400" rtl="0" fontAlgn="auto">
              <a:lnSpc>
                <a:spcPts val="194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社区愿景：打造开放易用、技术领先的AI算力新生态</a:t>
            </a:r>
          </a:p>
          <a:p>
            <a:pPr marR="0" lvl="0" indent="0" algn="l" defTabSz="914400" rtl="0" fontAlgn="auto">
              <a:lnSpc>
                <a:spcPts val="194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0" lang="zh-CN" alt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社区使命：以开源驱动技术创新，降低开发门槛，聚力构筑高性能昇腾 AI 算力底座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Vision: Building an Open, Easy-to-Use, and Technology-leading AI Computing Ecosystem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Mission: Drive technological innovation through open source, lower development barriers, and jointly build a high-performance Ascend AI computing infrastructure.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2BCF70-CE23-E984-799A-4504C5AD99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392" y="3921325"/>
            <a:ext cx="1648038" cy="16480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2673</TotalTime>
  <Words>172</Words>
  <Application>Microsoft Office PowerPoint</Application>
  <PresentationFormat>宽屏</PresentationFormat>
  <Paragraphs>20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aoxuejiao</dc:creator>
  <cp:lastModifiedBy>a1868</cp:lastModifiedBy>
  <cp:revision>27</cp:revision>
  <dcterms:created xsi:type="dcterms:W3CDTF">2025-09-28T06:19:41Z</dcterms:created>
  <dcterms:modified xsi:type="dcterms:W3CDTF">2026-08-21T01:06:31Z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3DDF482C71CEA81A27D3D8686004DB1C_42</vt:lpwstr>
  </property>
  <property fmtid="{D5CDD505-2E9C-101B-9397-08002B2CF9AE}" pid="3" name="KSOProductBuildVer">
    <vt:lpwstr>2052-12.1.2.22571</vt:lpwstr>
  </property>
</Properties>
</file>