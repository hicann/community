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9" r:id="rId5"/>
    <p:sldId id="261" r:id="rId6"/>
    <p:sldId id="262" r:id="rId7"/>
    <p:sldId id="263" r:id="rId8"/>
    <p:sldId id="258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78" d="100"/>
          <a:sy n="78" d="100"/>
        </p:scale>
        <p:origin x="72" y="1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BAFC-7326-4899-9BEC-7E31906EAAB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70D-50DB-4052-9D2B-D15E249EAEF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BAFC-7326-4899-9BEC-7E31906EAAB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70D-50DB-4052-9D2B-D15E249EAEF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BAFC-7326-4899-9BEC-7E31906EAAB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70D-50DB-4052-9D2B-D15E249EAEF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BAFC-7326-4899-9BEC-7E31906EAAB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70D-50DB-4052-9D2B-D15E249EAEF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BAFC-7326-4899-9BEC-7E31906EAAB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70D-50DB-4052-9D2B-D15E249EAEF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BAFC-7326-4899-9BEC-7E31906EAAB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70D-50DB-4052-9D2B-D15E249EAEF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BAFC-7326-4899-9BEC-7E31906EAAB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70D-50DB-4052-9D2B-D15E249EAEF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BAFC-7326-4899-9BEC-7E31906EAAB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70D-50DB-4052-9D2B-D15E249EAEF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BAFC-7326-4899-9BEC-7E31906EAAB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70D-50DB-4052-9D2B-D15E249EAEF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BAFC-7326-4899-9BEC-7E31906EAAB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70D-50DB-4052-9D2B-D15E249EAEF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BAFC-7326-4899-9BEC-7E31906EAAB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70D-50DB-4052-9D2B-D15E249EAEF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30BAFC-7326-4899-9BEC-7E31906EAAB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48170D-50DB-4052-9D2B-D15E249EAEF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gitcode.com/cann/community/tree/master/contributor/testing/test-templates/%E6%B5%8B%E8%AF%95%E6%8A%A5%E5%91%8A%E6%A8%A1%E6%9D%BF.md&#13;" TargetMode="Externa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/>
          <p:cNvSpPr txBox="1"/>
          <p:nvPr/>
        </p:nvSpPr>
        <p:spPr>
          <a:xfrm>
            <a:off x="620201" y="6130454"/>
            <a:ext cx="15472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https://gitcode.com/cann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89947" y="1399429"/>
            <a:ext cx="691407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CANN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社区需求发布评审模板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76791" y="2313830"/>
            <a:ext cx="2293029" cy="787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作者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时间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547073" y="2601035"/>
            <a:ext cx="3380868" cy="835742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0" i="0" u="none" strike="noStrike" kern="0" cap="none" spc="0" normalizeH="0" baseline="0" noProof="0" dirty="0">
                <a:ln>
                  <a:noFill/>
                </a:ln>
                <a:solidFill>
                  <a:srgbClr val="DDDDDD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目录</a:t>
            </a:r>
            <a:endParaRPr kumimoji="0" lang="zh-CN" altLang="en-US" sz="4800" b="0" i="0" u="none" strike="noStrike" kern="0" cap="none" spc="0" normalizeH="0" baseline="0" noProof="0" dirty="0">
              <a:ln>
                <a:noFill/>
              </a:ln>
              <a:solidFill>
                <a:srgbClr val="DDDDDD">
                  <a:lumMod val="50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5157696" y="1818829"/>
            <a:ext cx="4483260" cy="2351755"/>
            <a:chOff x="7422109" y="3690364"/>
            <a:chExt cx="972161" cy="1176369"/>
          </a:xfrm>
        </p:grpSpPr>
        <p:sp>
          <p:nvSpPr>
            <p:cNvPr id="12" name="矩形 11"/>
            <p:cNvSpPr/>
            <p:nvPr/>
          </p:nvSpPr>
          <p:spPr>
            <a:xfrm>
              <a:off x="7422109" y="3690364"/>
              <a:ext cx="972161" cy="298162"/>
            </a:xfrm>
            <a:prstGeom prst="rect">
              <a:avLst/>
            </a:prstGeom>
            <a:solidFill>
              <a:srgbClr val="C00000"/>
            </a:solidFill>
            <a:ln w="9525" cap="flat" cmpd="sng" algn="ctr">
              <a:solidFill>
                <a:srgbClr val="FFFFFF">
                  <a:lumMod val="65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4400"/>
              <a:r>
                <a:rPr lang="en-US" altLang="zh-CN" sz="2400" kern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Part 1 </a:t>
              </a:r>
              <a:r>
                <a:rPr lang="zh-CN" altLang="en-US" sz="2400" kern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需求介绍</a:t>
              </a:r>
              <a:endParaRPr lang="zh-CN" altLang="en-US" sz="240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7422109" y="4122696"/>
              <a:ext cx="972161" cy="296021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9525" cap="flat" cmpd="sng" algn="ctr">
              <a:solidFill>
                <a:srgbClr val="FFFFFF">
                  <a:lumMod val="65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Part 2 </a:t>
              </a:r>
              <a:r>
                <a: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测试报告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7422109" y="4572854"/>
              <a:ext cx="972161" cy="293879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9525" cap="flat" cmpd="sng" algn="ctr">
              <a:solidFill>
                <a:srgbClr val="FFFFFF">
                  <a:lumMod val="65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4400"/>
              <a:r>
                <a:rPr lang="en-US" altLang="zh-CN" sz="2400" kern="0" dirty="0">
                  <a:solidFill>
                    <a:srgbClr val="FFFFFF">
                      <a:lumMod val="7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Part 3 </a:t>
              </a:r>
              <a:r>
                <a:rPr lang="zh-CN" altLang="en-US" sz="2400" kern="0" dirty="0">
                  <a:solidFill>
                    <a:srgbClr val="FFFFFF">
                      <a:lumMod val="7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未解决</a:t>
              </a:r>
              <a:r>
                <a:rPr lang="en-US" altLang="zh-CN" sz="2400" kern="0" dirty="0">
                  <a:solidFill>
                    <a:srgbClr val="FFFFFF">
                      <a:lumMod val="7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issue</a:t>
              </a:r>
              <a:r>
                <a:rPr lang="zh-CN" altLang="en-US" sz="2400" kern="0" dirty="0">
                  <a:solidFill>
                    <a:srgbClr val="FFFFFF">
                      <a:lumMod val="7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情况</a:t>
              </a:r>
              <a:endParaRPr lang="zh-CN" altLang="en-US" sz="2400" kern="0" dirty="0">
                <a:solidFill>
                  <a:srgbClr val="FFFFFF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15" name="í$ľidè"/>
          <p:cNvCxnSpPr/>
          <p:nvPr/>
        </p:nvCxnSpPr>
        <p:spPr>
          <a:xfrm>
            <a:off x="3956272" y="1890392"/>
            <a:ext cx="0" cy="2769071"/>
          </a:xfrm>
          <a:prstGeom prst="line">
            <a:avLst/>
          </a:prstGeom>
          <a:solidFill>
            <a:srgbClr val="FFCC00"/>
          </a:solidFill>
          <a:ln w="127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8" name="图片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7202" y="6042990"/>
            <a:ext cx="1312676" cy="348426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620201" y="6130454"/>
            <a:ext cx="15472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https://gitcode.com/cann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7202" y="6042990"/>
            <a:ext cx="1312676" cy="348426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620201" y="6130454"/>
            <a:ext cx="15472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https://gitcode.com/cann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6" name="副标题 1"/>
          <p:cNvSpPr txBox="1"/>
          <p:nvPr/>
        </p:nvSpPr>
        <p:spPr>
          <a:xfrm>
            <a:off x="729615" y="326390"/>
            <a:ext cx="11099165" cy="58102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 defTabSz="1187450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9372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745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17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490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799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171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544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4916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</a:rPr>
              <a:t>介绍</a:t>
            </a:r>
            <a:endParaRPr lang="zh-CN" altLang="en-US" sz="2400" b="1" dirty="0">
              <a:solidFill>
                <a:srgbClr val="C0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29615" y="1191986"/>
            <a:ext cx="107202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、需求描述（背景、面向场面，主要用途等）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、需求开发、测试情况（代码量、白盒测试用例数、黑盒测试用例数</a:t>
            </a:r>
            <a:r>
              <a:rPr lang="en-US" altLang="zh-CN" dirty="0"/>
              <a:t>……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、</a:t>
            </a:r>
            <a:r>
              <a:rPr lang="en-US" altLang="zh-CN" dirty="0"/>
              <a:t>SIG</a:t>
            </a:r>
            <a:r>
              <a:rPr lang="zh-CN" altLang="en-US" dirty="0"/>
              <a:t>组评审意见</a:t>
            </a:r>
            <a:endParaRPr lang="en-US" altLang="zh-C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7202" y="6042990"/>
            <a:ext cx="1312676" cy="348426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620201" y="6130454"/>
            <a:ext cx="15472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https://gitcode.com/cann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6" name="副标题 1"/>
          <p:cNvSpPr txBox="1"/>
          <p:nvPr/>
        </p:nvSpPr>
        <p:spPr>
          <a:xfrm>
            <a:off x="729615" y="326390"/>
            <a:ext cx="11099165" cy="58102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 defTabSz="1187450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9372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745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17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490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799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171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544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4916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测试报告</a:t>
            </a:r>
            <a:endParaRPr lang="zh-CN" altLang="en-US" sz="2400" b="1" dirty="0">
              <a:solidFill>
                <a:srgbClr val="C0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42901" y="1191986"/>
            <a:ext cx="118491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linkClick r:id="rId2" tooltip="" action="ppaction://hlinkfile"/>
              </a:rPr>
              <a:t>具体参见社区测试报告模板</a:t>
            </a:r>
            <a:endParaRPr lang="zh-CN" altLang="en-US" dirty="0"/>
          </a:p>
          <a:p>
            <a:endParaRPr lang="en-US" altLang="zh-CN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7202" y="6042990"/>
            <a:ext cx="1312676" cy="348426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620201" y="6130454"/>
            <a:ext cx="15472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https://gitcode.com/cann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6" name="副标题 1"/>
          <p:cNvSpPr txBox="1"/>
          <p:nvPr/>
        </p:nvSpPr>
        <p:spPr>
          <a:xfrm>
            <a:off x="729615" y="326390"/>
            <a:ext cx="11099165" cy="58102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 defTabSz="1187450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9372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745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17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490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799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171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544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4916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未解决</a:t>
            </a: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issue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情况</a:t>
            </a:r>
            <a:endParaRPr lang="zh-CN" altLang="en-US" sz="2400" b="1" dirty="0">
              <a:solidFill>
                <a:srgbClr val="C00000"/>
              </a:solidFill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620201" y="1094014"/>
          <a:ext cx="11479270" cy="39351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3406"/>
                <a:gridCol w="1647142"/>
                <a:gridCol w="2509047"/>
                <a:gridCol w="1416256"/>
                <a:gridCol w="1065223"/>
                <a:gridCol w="2405981"/>
                <a:gridCol w="1512215"/>
              </a:tblGrid>
              <a:tr h="922484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序号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Issue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描述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Issue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链接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Issue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等级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是否安全类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issue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Issue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影响性分析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规避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恢复措施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50211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11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11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11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11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11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7202" y="6042990"/>
            <a:ext cx="1312676" cy="348426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620201" y="6130454"/>
            <a:ext cx="15472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https://gitcode.com/cann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6" name="副标题 1"/>
          <p:cNvSpPr txBox="1"/>
          <p:nvPr/>
        </p:nvSpPr>
        <p:spPr>
          <a:xfrm>
            <a:off x="729615" y="326390"/>
            <a:ext cx="11099165" cy="58102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 defTabSz="1187450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9372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745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17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490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799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171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544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4916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</a:t>
            </a: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SIG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评审</a:t>
            </a:r>
            <a:r>
              <a:rPr lang="zh-CN" altLang="en-US" sz="28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意见（不涉及跳过）</a:t>
            </a:r>
            <a:endParaRPr lang="zh-CN" altLang="en-US" sz="2400" b="1" dirty="0">
              <a:solidFill>
                <a:srgbClr val="C0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729615" y="1137948"/>
            <a:ext cx="70631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仅未解决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issue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中，有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issue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涉及安全漏洞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风险 才涉及，其他不涉及</a:t>
            </a:r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74644" y="1208599"/>
            <a:ext cx="360868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400" dirty="0">
                <a:latin typeface="Arial" panose="020B0604020202020204" pitchFamily="34" charset="0"/>
                <a:cs typeface="Arial" panose="020B0604020202020204" pitchFamily="34" charset="0"/>
              </a:rPr>
              <a:t>Thank you.</a:t>
            </a:r>
            <a:endParaRPr lang="zh-CN" altLang="en-US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400801" y="1393264"/>
            <a:ext cx="4699220" cy="2325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社区愿景：打造开放易用、技术领先的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AI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算力新生态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社区使命：使能开发者基于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CANN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社区自主研究创新，构筑根深叶茂、跨产业协同共享共赢的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CANN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生态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Vision: Building an Open, Easy-to-Use, and Technology-leading AI Computing Ecosystem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Mission: Enable developers to independently research and innovate based on the CANN community and build a win-win CANN ecosystem with deep roots and cross-industry collaboration and sharing.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5587" y="3938025"/>
            <a:ext cx="1600438" cy="160043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7202" y="6042990"/>
            <a:ext cx="1312676" cy="348426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7056392" y="5538463"/>
            <a:ext cx="14302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/>
              <a:t>上</a:t>
            </a:r>
            <a:r>
              <a:rPr lang="en-US" altLang="zh-CN" sz="1000" dirty="0"/>
              <a:t>CANN</a:t>
            </a:r>
            <a:r>
              <a:rPr lang="zh-CN" altLang="en-US" sz="1000" dirty="0"/>
              <a:t>社区获取干货</a:t>
            </a:r>
            <a:endParaRPr lang="zh-CN" altLang="en-US" sz="1000" dirty="0"/>
          </a:p>
        </p:txBody>
      </p:sp>
      <p:sp>
        <p:nvSpPr>
          <p:cNvPr id="11" name="文本框 10"/>
          <p:cNvSpPr txBox="1"/>
          <p:nvPr/>
        </p:nvSpPr>
        <p:spPr>
          <a:xfrm>
            <a:off x="8741387" y="5538463"/>
            <a:ext cx="16866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/>
              <a:t>关注</a:t>
            </a:r>
            <a:r>
              <a:rPr lang="en-US" altLang="zh-CN" sz="1000" dirty="0"/>
              <a:t>CANN</a:t>
            </a:r>
            <a:r>
              <a:rPr lang="zh-CN" altLang="en-US" sz="1000" dirty="0"/>
              <a:t>公众号获取资讯</a:t>
            </a:r>
            <a:endParaRPr lang="zh-CN" altLang="en-US" sz="1000" dirty="0"/>
          </a:p>
        </p:txBody>
      </p:sp>
      <p:sp>
        <p:nvSpPr>
          <p:cNvPr id="14" name="文本框 13"/>
          <p:cNvSpPr txBox="1"/>
          <p:nvPr/>
        </p:nvSpPr>
        <p:spPr>
          <a:xfrm>
            <a:off x="620201" y="6130454"/>
            <a:ext cx="15472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https://gitcode.com/cann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6584" y="3898269"/>
            <a:ext cx="1686679" cy="168667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811</Words>
  <Application>WPS 演示</Application>
  <PresentationFormat>宽屏</PresentationFormat>
  <Paragraphs>82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Arial</vt:lpstr>
      <vt:lpstr>宋体</vt:lpstr>
      <vt:lpstr>Wingdings</vt:lpstr>
      <vt:lpstr>微软雅黑</vt:lpstr>
      <vt:lpstr>等线 Light</vt:lpstr>
      <vt:lpstr>Arial Unicode MS</vt:lpstr>
      <vt:lpstr>等线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刘丹</cp:lastModifiedBy>
  <cp:revision>2</cp:revision>
  <dcterms:created xsi:type="dcterms:W3CDTF">2025-11-13T13:33:52Z</dcterms:created>
  <dcterms:modified xsi:type="dcterms:W3CDTF">2025-11-13T13:34:35Z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3DDF482C71CEA81A27D3D8686004DB1C_42</vt:lpwstr>
  </property>
  <property fmtid="{D5CDD505-2E9C-101B-9397-08002B2CF9AE}" pid="3" name="KSOProductBuildVer">
    <vt:lpwstr>2052-12.1.0.23542</vt:lpwstr>
  </property>
</Properties>
</file>